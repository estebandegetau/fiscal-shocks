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7/pan.2025.10017" TargetMode="External" /><Relationship Id="rId3" Type="http://schemas.openxmlformats.org/officeDocument/2006/relationships/hyperlink" Target="https://doi.org/10.1257/aer.100.3.763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Scaling Fiscal Shock Identification for Emerging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Esteban Degetau and Agustín Samano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Credible fiscal policy analysis requires </a:t>
            </a:r>
            <a:r>
              <a:rPr b="1"/>
              <a:t>exogenous fiscal shocks</a:t>
            </a:r>
            <a:r>
              <a:rPr/>
              <a:t>: tax or spending changes unrelated to current economic conditions</a:t>
            </a:r>
          </a:p>
          <a:p>
            <a:pPr lvl="0"/>
            <a:r>
              <a:rPr/>
              <a:t>Romer and Romer (2010) built the gold standard for the US using a “narrative approach” that classifies the motivation behind every fiscal action from historical documents</a:t>
            </a:r>
          </a:p>
          <a:p>
            <a:pPr lvl="0"/>
            <a:r>
              <a:rPr b="1"/>
              <a:t>This has never been done for emerging markets</a:t>
            </a:r>
            <a:r>
              <a:rPr/>
              <a:t>, where fiscal policy decisions have enormous consequences for development</a:t>
            </a:r>
          </a:p>
          <a:p>
            <a:pPr lvl="0"/>
            <a:r>
              <a:rPr/>
              <a:t>Manual replication is prohibitively expensive: the US effort took years of full-time research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Large Language Models to </a:t>
            </a:r>
            <a:r>
              <a:rPr b="1"/>
              <a:t>assist experts</a:t>
            </a:r>
            <a:r>
              <a:rPr/>
              <a:t> in identifying fiscal shocks from government documents, guided by validated codebooks</a:t>
            </a:r>
          </a:p>
          <a:p>
            <a:pPr lvl="0"/>
            <a:r>
              <a:rPr/>
              <a:t>The methodology combines Romer and Romer (2010) fiscal shock identification with Halterman and Keith (2025) LLM evaluation standards</a:t>
            </a:r>
          </a:p>
          <a:p>
            <a:pPr lvl="0"/>
            <a:r>
              <a:rPr/>
              <a:t>Codebooks are designed to </a:t>
            </a:r>
            <a:r>
              <a:rPr b="1"/>
              <a:t>transfer across countries</a:t>
            </a:r>
            <a:r>
              <a:rPr/>
              <a:t> without retraining: validate once on US ground-truth data, then deploy to new countries with expert review</a:t>
            </a:r>
          </a:p>
          <a:p>
            <a:pPr lvl="0"/>
            <a:r>
              <a:rPr/>
              <a:t>This is not full automation. LLMs screen and classify documents; domain experts validate results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Phase 0 (Feb–Mar 2026):</a:t>
            </a:r>
            <a:r>
              <a:rPr/>
              <a:t> Develop and validate codebooks against 44 labeled US fiscal acts</a:t>
            </a:r>
          </a:p>
          <a:p>
            <a:pPr lvl="0"/>
            <a:r>
              <a:rPr b="1"/>
              <a:t>Phase 1 (Mar 2026):</a:t>
            </a:r>
            <a:r>
              <a:rPr/>
              <a:t> Deploy to the full US document corpus (~97,000 pages); compare against known results as a benchmark</a:t>
            </a:r>
          </a:p>
          <a:p>
            <a:pPr lvl="0"/>
            <a:r>
              <a:rPr b="1"/>
              <a:t>Phase 2 (Apr 2026):</a:t>
            </a:r>
            <a:r>
              <a:rPr/>
              <a:t> Malaysia pilot with expert validation to demonstrate cross-country transfer</a:t>
            </a:r>
          </a:p>
          <a:p>
            <a:pPr lvl="0"/>
            <a:r>
              <a:rPr b="1"/>
              <a:t>Phase 3 (May–Jun 2026):</a:t>
            </a:r>
            <a:r>
              <a:rPr/>
              <a:t> Extend to Indonesia, Thailand, Philippines, and Vietnam</a:t>
            </a:r>
          </a:p>
          <a:p>
            <a:pPr lvl="0"/>
            <a:r>
              <a:rPr b="1"/>
              <a:t>End product:</a:t>
            </a:r>
            <a:r>
              <a:rPr/>
              <a:t> A comparable, cross-country dataset of exogenous fiscal shocks for Southeast Asian EMDEs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API costs (development):</a:t>
            </a:r>
            <a:r>
              <a:rPr/>
              <a:t> ~$200–250 to validate codebooks on US data. This phase answers the feasibility question before further investment.</a:t>
            </a:r>
          </a:p>
          <a:p>
            <a:pPr lvl="0"/>
            <a:r>
              <a:rPr b="1"/>
              <a:t>API costs (production):</a:t>
            </a:r>
            <a:r>
              <a:rPr/>
              <a:t> ~$250–400 for US benchmark and Malaysia deployment. Each additional country adds ~$100–150.</a:t>
            </a:r>
          </a:p>
          <a:p>
            <a:pPr lvl="0"/>
            <a:r>
              <a:rPr b="1"/>
              <a:t>Expert review (Malaysia):</a:t>
            </a:r>
            <a:r>
              <a:rPr/>
              <a:t> 25–40 hours from a fiscal policy specialist to validate LLM-identified shocks, since no ground-truth labels exist.</a:t>
            </a:r>
          </a:p>
          <a:p>
            <a:pPr lvl="0"/>
            <a:r>
              <a:rPr b="1"/>
              <a:t>Total estimated cost:</a:t>
            </a:r>
            <a:r>
              <a:rPr/>
              <a:t> $475–700 in API fees, plus expert time. This compares to 6–12 months of RA work per country under the traditional approach.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This Data Can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the </a:t>
            </a:r>
            <a:r>
              <a:rPr b="1"/>
              <a:t>fiscal multipliers</a:t>
            </a:r>
            <a:r>
              <a:rPr/>
              <a:t> in Southeast Asian EMDEs, and how do they compare to advanced economies?</a:t>
            </a:r>
          </a:p>
          <a:p>
            <a:pPr lvl="0"/>
            <a:r>
              <a:rPr/>
              <a:t>Are </a:t>
            </a:r>
            <a:r>
              <a:rPr b="1"/>
              <a:t>tax-based</a:t>
            </a:r>
            <a:r>
              <a:rPr/>
              <a:t> or </a:t>
            </a:r>
            <a:r>
              <a:rPr b="1"/>
              <a:t>spending-based</a:t>
            </a:r>
            <a:r>
              <a:rPr/>
              <a:t> consolidations less harmful to growth in emerging markets?</a:t>
            </a:r>
          </a:p>
          <a:p>
            <a:pPr lvl="0"/>
            <a:r>
              <a:rPr/>
              <a:t>How do exogenous fiscal shocks </a:t>
            </a:r>
            <a:r>
              <a:rPr b="1"/>
              <a:t>transmit to inflation, employment, and the exchange rate</a:t>
            </a:r>
            <a:r>
              <a:rPr/>
              <a:t> in commodity-dependent economies?</a:t>
            </a:r>
          </a:p>
          <a:p>
            <a:pPr lvl="0"/>
            <a:r>
              <a:rPr/>
              <a:t>Do fiscal shocks have </a:t>
            </a:r>
            <a:r>
              <a:rPr b="1"/>
              <a:t>asymmetric effects</a:t>
            </a:r>
            <a:r>
              <a:rPr/>
              <a:t> depending on the business cycle phase?</a:t>
            </a:r>
          </a:p>
          <a:p>
            <a:pPr lvl="0"/>
            <a:r>
              <a:rPr/>
              <a:t>What is the </a:t>
            </a:r>
            <a:r>
              <a:rPr b="1"/>
              <a:t>optimal fiscal response</a:t>
            </a:r>
            <a:r>
              <a:rPr/>
              <a:t> to external shocks (commodity price swings, trade disruptions, global financial tightening)?</a:t>
            </a:r>
          </a:p>
          <a:p>
            <a:pPr lvl="0"/>
            <a:r>
              <a:rPr/>
              <a:t>How do fiscal policy shocks affect </a:t>
            </a:r>
            <a:r>
              <a:rPr b="1"/>
              <a:t>poverty and inequality</a:t>
            </a:r>
            <a:r>
              <a:rPr/>
              <a:t> in developing countries?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Halterman, Andrew, and Katherine A. Keith. 2025. “Codebook LLMs: Evaluating LLMs as Measurement Tools for Political Science Concepts.” </a:t>
            </a:r>
            <a:r>
              <a:rPr i="1"/>
              <a:t>Political Analysis</a:t>
            </a:r>
            <a:r>
              <a:rPr/>
              <a:t>, September, 1–17. </a:t>
            </a:r>
            <a:r>
              <a:rPr>
                <a:hlinkClick r:id="rId2"/>
              </a:rPr>
              <a:t>https://doi.org/10.1017/pan.2025.10017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Romer, Christina D, and David H Romer. 2010. “The Macroeconomic Effects of Tax Changes: Estimates Based on a New Measure of Fiscal Shocks.” </a:t>
            </a:r>
            <a:r>
              <a:rPr i="1"/>
              <a:t>American Economic Review</a:t>
            </a:r>
            <a:r>
              <a:rPr/>
              <a:t> 100 (3): 763–801. </a:t>
            </a:r>
            <a:r>
              <a:rPr>
                <a:hlinkClick r:id="rId3"/>
              </a:rPr>
              <a:t>https://doi.org/10.1257/aer.100.3.763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Fiscal Shock Identification for Emerging Markets</dc:title>
  <dc:creator/>
  <cp:keywords/>
  <dcterms:created xsi:type="dcterms:W3CDTF">2026-02-09T16:09:30Z</dcterms:created>
  <dcterms:modified xsi:type="dcterms:W3CDTF">2026-02-09T16:09:30Z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../references.bib</vt:lpwstr>
  </property>
  <property fmtid="{D5CDD505-2E9C-101B-9397-08002B2CF9AE}" pid="4" name="date">
    <vt:lpwstr>2026-02-09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maller">
    <vt:lpwstr>True</vt:lpwstr>
  </property>
  <property fmtid="{D5CDD505-2E9C-101B-9397-08002B2CF9AE}" pid="10" name="subtitle">
    <vt:lpwstr>Esteban Degetau and Agustín Samano</vt:lpwstr>
  </property>
  <property fmtid="{D5CDD505-2E9C-101B-9397-08002B2CF9AE}" pid="11" name="toc-title">
    <vt:lpwstr>Table of contents</vt:lpwstr>
  </property>
</Properties>
</file>